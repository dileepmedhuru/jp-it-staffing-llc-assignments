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Singing Bowls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Traditional Himalayan Sound Healing Instruments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Singing Bowls?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Singing bowls are ancient acoustic instruments crafted from metallic alloys, producing harmonic resonant frequencies and deep acoustic vibrations used in meditation, mindfulness, and sound therapy.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Singing Bowls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Product Features:</a:t>
            </a:r>
          </a:p>
          <a:p>
            <a:r>
              <a:t>• Pure Harmonic Frequencies &amp; Binaural Tones</a:t>
            </a:r>
          </a:p>
          <a:p>
            <a:r>
              <a:t>• Handcrafted Metallic Alloy Craftsmanship</a:t>
            </a:r>
          </a:p>
          <a:p>
            <a:r>
              <a:t>• Deep Stress Relief &amp; Meditation Assistance</a:t>
            </a:r>
          </a:p>
          <a:p>
            <a:r>
              <a:t>• Long Sustained Acoustic Resonance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Singing Bowls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Applications:</a:t>
            </a:r>
          </a:p>
          <a:p>
            <a:r>
              <a:t>• Sound Healing &amp; Professional Therapy</a:t>
            </a:r>
          </a:p>
          <a:p>
            <a:r>
              <a:t>• Yoga Studios &amp; Mindfulness Centers</a:t>
            </a:r>
          </a:p>
          <a:p>
            <a:r>
              <a:t>• Stress Reduction &amp; Sleep Quality Enhancement</a:t>
            </a:r>
          </a:p>
          <a:p>
            <a:r>
              <a:t>• Holistic Wellness &amp; Acoustic Relaxation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